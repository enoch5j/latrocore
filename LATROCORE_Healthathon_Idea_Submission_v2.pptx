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E4F"/>
    <a:srgbClr val="9FE3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82445" y="396875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9FE3E0"/>
                </a:solidFill>
                <a:latin typeface="Arial Black" panose="020B0A04020102020204" charset="0"/>
                <a:ea typeface="Calibri" panose="020F0502020204030204" pitchFamily="34" charset="-122"/>
                <a:cs typeface="Arial Black" panose="020B0A04020102020204" charset="0"/>
              </a:rPr>
              <a:t>  Healthathon 2026 | Idea Submission</a:t>
            </a:r>
            <a:endParaRPr lang="en-US" dirty="0">
              <a:solidFill>
                <a:srgbClr val="9FE3E0"/>
              </a:solidFill>
              <a:latin typeface="Arial Black" panose="020B0A04020102020204" charset="0"/>
              <a:ea typeface="Calibri" panose="020F0502020204030204" pitchFamily="34" charset="-122"/>
              <a:cs typeface="Arial Black" panose="020B0A040201020202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7701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8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diabetes care and medication management, so patients, pharmacists and doctors stay connected between visits.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75310" y="257175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FE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case: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Long-term Care Engagement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FE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HealthTech  /  Diabetes care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FE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Category:  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(mobile + web)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FE3E0"/>
                </a:solidFill>
              </a:rPr>
              <a:t>Team name: </a:t>
            </a:r>
            <a:r>
              <a:rPr lang="en-US" sz="1300" dirty="0">
                <a:solidFill>
                  <a:schemeClr val="bg1"/>
                </a:solidFill>
              </a:rPr>
              <a:t>LATRO CORE</a:t>
            </a:r>
            <a:endParaRPr lang="en-US" sz="1300" dirty="0">
              <a:solidFill>
                <a:srgbClr val="9FE3E0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endParaRPr lang="en-US" sz="1300" dirty="0">
              <a:solidFill>
                <a:srgbClr val="9FE3E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2336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Code:  7DSBDF</a:t>
            </a:r>
            <a:endParaRPr lang="en-US" sz="1800" dirty="0"/>
          </a:p>
        </p:txBody>
      </p:sp>
      <p:pic>
        <p:nvPicPr>
          <p:cNvPr id="8" name="Image 0" descr="img/pho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300000">
            <a:off x="6395720" y="411480"/>
            <a:ext cx="2423160" cy="4544568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app for the patient, with the pharmacist and doctor in the loop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7132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143000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Medication management: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prescription-linked schedules, missed-dose log, refill alerts, interaction checks.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Diabetes monitoring: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glucose, HbA1c, weight, BP and activity with trend graphs.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Investigation reminders: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HbA1c every 3 months, lipid/LFT every 6, eye, kidney, foot and dental yearly.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health assistant: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 education in English, Tamil, Hindi. Guides only, never diagnoses.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clinical support: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Pharm D counselling and doctor follow-up on one shared record.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120000">
            <a:off x="6117336" y="1042416"/>
            <a:ext cx="2578608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0" descr="img/te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20000">
            <a:off x="6172200" y="1097280"/>
            <a:ext cx="2468880" cy="18288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29260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 design</a:t>
            </a:r>
            <a:endParaRPr lang="en-US" sz="1200" dirty="0"/>
          </a:p>
        </p:txBody>
      </p:sp>
      <p:pic>
        <p:nvPicPr>
          <p:cNvPr id="13" name="Image 1" descr="img/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81838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with one modular application, add complexity only when needed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7132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188720"/>
            <a:ext cx="53949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Frontend: </a:t>
            </a:r>
            <a:r>
              <a:rPr lang="en-US" sz="115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Vite, TypeScript, Tailwind CSS, React Router, TanStack Query, React Hook Form + Zod, Recharts for glucose and adherence trends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Backend: </a:t>
            </a:r>
            <a:r>
              <a:rPr lang="en-US" sz="115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FastAPI + Pydantic, REST APIs and workflow services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Database: </a:t>
            </a:r>
            <a:r>
              <a:rPr lang="en-US" sz="115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with SQLAlchemy + Alembic for care records and migrations; private object storage for reports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Reminders: </a:t>
            </a:r>
            <a:r>
              <a:rPr lang="en-US" sz="115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Celery + Redis background jobs with controlled retries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AI: </a:t>
            </a:r>
            <a:r>
              <a:rPr lang="en-US" sz="115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Hosted LLM API behind a backend adapter, retrieval from a clinician-approved knowledge base (PostgreSQL text search, pgvector later); speech chosen after English, Tamil, Hindi testing</a:t>
            </a:r>
            <a:endParaRPr lang="en-US" sz="11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Quality: </a:t>
            </a:r>
            <a:r>
              <a:rPr lang="en-US" sz="115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Docker, CI pipeline, pytest and Playwright; no trained prediction model in v1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-180000">
            <a:off x="6528816" y="905256"/>
            <a:ext cx="17556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0" descr="img/pho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-180000">
            <a:off x="6583680" y="960120"/>
            <a:ext cx="1645920" cy="309067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035040" y="43708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screen: glucose, trend, medicine reminder, AI help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7132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2803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005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371600"/>
            <a:ext cx="237744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prescriptions, glucose tracking, AI reminders, secure cloud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links patient, doctor, pharmacist; supports counselling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+ smartphone only, modular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simple, multilingual app plus dashboards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005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371600"/>
            <a:ext cx="237744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Missed dose: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reminder, then log and adherence history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due: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HbA1c or eye check reminder to patient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Doubt: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education, else Pharm D follow-up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Warning signs: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message, escalate to a professional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9601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 and solutions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1371600"/>
            <a:ext cx="260604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26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 &gt;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encryption, role-based access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26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 &gt;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glucose and prescription entries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26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Adoption &gt;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UI, user support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26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Integration &gt;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healthcare data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26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Connectivity &gt;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low-bandwidth mode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26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safety &gt;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decisions stay with professionals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26B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 &gt; </a:t>
            </a: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cloud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E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Continuous, patient-centred care instead of prescription-only care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Healthathon Idea Submission  |  LATROCORE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2803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2801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Social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645920"/>
            <a:ext cx="2377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missed doses and follow-ups; caregivers stay involved; English, Tamil and Hindi access.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2801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Economic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645920"/>
            <a:ext cx="2377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Earlier pharmacist support means fewer complications; low-cost, smartphone-only rollout.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2801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Educational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645920"/>
            <a:ext cx="2377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 validated diabetes education, side-effect and interaction information.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063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Technological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429000"/>
            <a:ext cx="2377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shared care record, reminder engine, encrypted role-based access with audit logs.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E8F4F4"/>
          </a:solidFill>
          <a:ln w="12700">
            <a:solidFill>
              <a:srgbClr val="E8F4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0" y="3063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8C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Environmental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429000"/>
            <a:ext cx="237744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prescriptions and reports replace paper; fewer unnecessary trips.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120000">
            <a:off x="6208776" y="2962656"/>
            <a:ext cx="2395728" cy="1636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0" descr="img/te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20000">
            <a:off x="6263640" y="3017520"/>
            <a:ext cx="2286000" cy="152704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035040" y="461772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audience: patients, caregivers, pharmacists, doctors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7132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321040" y="482803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097280"/>
          <a:ext cx="5212080" cy="246888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1051560"/>
                <a:gridCol w="114300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LATROCORE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Glucose logger apps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Pharmacy / telemedicine apps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Prescription-linked reminders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C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HbA1c / lab review reminders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C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Pharm D counselling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C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Multilingual AI education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C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Partial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Shared patient-pharmacist-doctor record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E8C8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B2E4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828415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A5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Indicative comparison with common app categories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051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1371600"/>
            <a:ext cx="27432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Anjana RM et al. ICMR-INDIAB study, Lancet Diabetes Endocrinol, 2023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IDF Diabetes Atlas, 11th ed.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 Standards of Care in Diabetes, Diabetes Care (latest)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(2003) Adherence to Long-Term Therapies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Global Strategy on Digital Health 2020-2025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ABDM and DPDP Act 2023 (India)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KOITA Healthathon, Use Case 02</a:t>
            </a:r>
            <a:endParaRPr lang="en-US" sz="1000" dirty="0">
              <a:solidFill>
                <a:srgbClr val="0B2E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indent="0">
              <a:spcAft>
                <a:spcPts val="500"/>
              </a:spcAft>
              <a:buSzPct val="100000"/>
              <a:buFont typeface="+mj-lt"/>
              <a:buNone/>
            </a:pPr>
            <a:r>
              <a:rPr lang="en-US" sz="1000" dirty="0">
                <a:solidFill>
                  <a:srgbClr val="0B2E4F"/>
                </a:solidFill>
              </a:rPr>
              <a:t>8.         American diabetes Association </a:t>
            </a:r>
            <a:endParaRPr lang="en-US" sz="1000" dirty="0">
              <a:solidFill>
                <a:srgbClr val="0B2E4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3792</Words>
  <Application>WPS Presentation</Application>
  <PresentationFormat>On-screen Show (16:9)</PresentationFormat>
  <Paragraphs>166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Jayasri Archanadevi P</cp:lastModifiedBy>
  <cp:revision>3</cp:revision>
  <dcterms:created xsi:type="dcterms:W3CDTF">2026-09-24T18:22:00Z</dcterms:created>
  <dcterms:modified xsi:type="dcterms:W3CDTF">2026-09-24T18:35:47Z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6219A4A2D611410F9EE436E451ED3132_13</vt:lpwstr>
  </property>
  <property fmtid="{D5CDD505-2E9C-101B-9397-08002B2CF9AE}" pid="3" name="KSOProductBuildVer">
    <vt:lpwstr>1033-12.1.0.28485</vt:lpwstr>
  </property>
</Properties>
</file>